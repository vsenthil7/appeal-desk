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F5EFE3"/>
                </a:solidFill>
                <a:latin typeface="Inter"/>
              </a:rPr>
              <a:t>APPEAL-DESK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46120"/>
            <a:ext cx="1371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0" i="1">
                <a:solidFill>
                  <a:srgbClr val="F5EFE3"/>
                </a:solidFill>
                <a:latin typeface="Inter"/>
              </a:rPr>
              <a:t>A fair appeals desk for modteams.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348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 i="0">
                <a:solidFill>
                  <a:srgbClr val="E5DFD3"/>
                </a:solidFill>
                <a:latin typeface="Inter"/>
              </a:rPr>
              <a:t>Structured intake · audit-trail · one-tap decisions · civil replies.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8BA"/>
                </a:solidFill>
                <a:latin typeface="Inter"/>
              </a:rPr>
              <a:t>Reddit Developer Platform Hackathon 2026  ·  AT-Hack0022  ·  github.com/vsenthil7/appeal-desk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F5EFE3"/>
                </a:solidFill>
                <a:latin typeface="Inter"/>
              </a:rPr>
              <a:t>Appeals live in modmail. Justice doesn't scale that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09728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Today, a banned or removed user has one option: write to modmail and hope.</a:t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/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  → Mods get an unstructured wall of text — no link back to the action.</a:t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  → No history. The same user can re-appeal the same ban 6 times.</a:t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  → No audit trail. "Why did we uphold this?" is unanswerable a month later.</a:t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  → No civility scaffold. Replies are drafted from scratch under pressure.</a:t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/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The result: inconsistent decisions, mod burnout, and users who feel unheard</a:t>
            </a:r>
          </a:p>
          <a:p>
            <a:pPr algn="l"/>
            <a:r>
              <a:rPr sz="1600" b="0" i="0">
                <a:solidFill>
                  <a:srgbClr val="E5DFD3"/>
                </a:solidFill>
                <a:latin typeface="Inter"/>
              </a:rPr>
              <a:t>even when their appeal is fair.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EFE3"/>
                </a:solidFill>
                <a:latin typeface="Inter"/>
              </a:rPr>
              <a:t>A dedicated, fair appeals desk — built into the subreddit.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3749039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CAF7D"/>
                </a:solidFill>
                <a:latin typeface="Inter"/>
              </a:rPr>
              <a:t>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Ban or removal happens → the user sees a structured</a:t>
            </a:r>
          </a:p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intake form linked to the exact action. No more</a:t>
            </a:r>
          </a:p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freeform modmail. No more lost context.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560320"/>
            <a:ext cx="3749039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79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CAF7D"/>
                </a:solidFill>
                <a:latin typeface="Inter"/>
              </a:rPr>
              <a:t>ASSIST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79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Mods get a queue with full history, deterministic</a:t>
            </a:r>
          </a:p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duplicate detection, and templated civil replies.</a:t>
            </a:r>
          </a:p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Three buttons: uphold, overturn, ask for more.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58" y="2560320"/>
            <a:ext cx="3749039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58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CAF7D"/>
                </a:solidFill>
                <a:latin typeface="Inter"/>
              </a:rP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58" y="3154680"/>
            <a:ext cx="3749039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Every decision, reply, and state change is logged.</a:t>
            </a:r>
          </a:p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GDPR-style erasure preserves a tombstone.</a:t>
            </a:r>
          </a:p>
          <a:p>
            <a:pPr algn="l"/>
            <a:r>
              <a:rPr sz="1400" b="0" i="0">
                <a:solidFill>
                  <a:srgbClr val="E5DFD3"/>
                </a:solidFill>
                <a:latin typeface="Inter"/>
              </a:rPr>
              <a:t>Retention is enforced, not just promised.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7607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AI is assistive only — a tone-softener and triage hint that the mod can ignore.</a:t>
            </a:r>
          </a:p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The product works end-to-end with AI stripped out. This is enforced by `selectProvider()` and tested.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The user journey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From mod action to civil reply — in five tracked steps.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640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4CAF7D"/>
                </a:solidFill>
                <a:latin typeface="Inter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14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346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Mod bans or removes content. Appeal-Desk snapshots the original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removal reason at the moment of action — user can't edit it later.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46120"/>
            <a:ext cx="640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4CAF7D"/>
                </a:solidFill>
                <a:latin typeface="Inter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91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INVITE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61188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User gets a civil modmail with a link to the appeal form. Form is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pre-filled with the action context (read-only) plus a reason field.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640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4CAF7D"/>
                </a:solidFill>
                <a:latin typeface="Inter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069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INTAKE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389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Submission is validated, sanitised, rate-limited, and deduplicated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against the user's prior appeals. AI triage is optional, never blocking.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640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4CAF7D"/>
                </a:solidFill>
                <a:latin typeface="Inter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16636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Mods see a dashboard with full history, near-duplicate flags, and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three one-tap buttons. Each button opens a reply-confirm form.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77840"/>
            <a:ext cx="640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4CAF7D"/>
                </a:solidFill>
                <a:latin typeface="Inter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6235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594360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Mod approves the reply. Decision is recorded *before* the reply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is sent — transient send failures never roll back the decision.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5EFE3"/>
                </a:solidFill>
                <a:latin typeface="Inter"/>
              </a:rPr>
              <a:t>Platform-free core. Devvit-thin shell.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11247120" cy="91440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4CAF7D"/>
                </a:solidFill>
                <a:latin typeface="Inter"/>
              </a:rPr>
              <a:t>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6517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TypeScript · zero Devvit imports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30632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store · service · concurrency · validation · dedup · templates · retention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657600"/>
            <a:ext cx="11247120" cy="914400"/>
          </a:xfrm>
          <a:prstGeom prst="rect">
            <a:avLst/>
          </a:prstGeom>
          <a:solidFill>
            <a:srgbClr val="14263E"/>
          </a:solidFill>
          <a:ln>
            <a:solidFill>
              <a:srgbClr val="5E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7490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5E8BD4"/>
                </a:solidFill>
                <a:latin typeface="Inter"/>
              </a:rPr>
              <a:t>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7490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Optional provider behind `selectProvider()`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1605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NoopAiProvider is the default — product is fully functional with AI off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11247120" cy="914400"/>
          </a:xfrm>
          <a:prstGeom prst="rect">
            <a:avLst/>
          </a:prstGeom>
          <a:solidFill>
            <a:srgbClr val="14263E"/>
          </a:solidFill>
          <a:ln>
            <a:solidFill>
              <a:srgbClr val="E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84632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26464"/>
                </a:solidFill>
                <a:latin typeface="Inter"/>
              </a:rPr>
              <a:t>SHELL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84632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Devvit (.tsx) wiring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2578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triggers · intake form · dashboard custom post · menu · scheduler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The platform-free core has 100% test coverage *without* the Devvit runtime. That's the headline architectural call.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Concurrency · The hard part,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One ban. One appeal. No matter how many tabs are open.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377440" cy="64008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EFE3"/>
                </a:solidFill>
                <a:latin typeface="Inter"/>
              </a:rPr>
              <a:t>submitted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27614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BA8BA"/>
                </a:solidFill>
                <a:latin typeface="Inter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2651760"/>
            <a:ext cx="2377440" cy="640080"/>
          </a:xfrm>
          <a:prstGeom prst="rect">
            <a:avLst/>
          </a:prstGeom>
          <a:solidFill>
            <a:srgbClr val="14263E"/>
          </a:solidFill>
          <a:ln>
            <a:solidFill>
              <a:srgbClr val="5E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EFE3"/>
                </a:solidFill>
                <a:latin typeface="Inter"/>
              </a:rPr>
              <a:t>in_review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27614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BA8BA"/>
                </a:solidFill>
                <a:latin typeface="Inter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651760"/>
            <a:ext cx="2377440" cy="640080"/>
          </a:xfrm>
          <a:prstGeom prst="rect">
            <a:avLst/>
          </a:prstGeom>
          <a:solidFill>
            <a:srgbClr val="14263E"/>
          </a:solidFill>
          <a:ln>
            <a:solidFill>
              <a:srgbClr val="5E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EFE3"/>
                </a:solidFill>
                <a:latin typeface="Inter"/>
              </a:rPr>
              <a:t>awaiting_user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76148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9BA8BA"/>
                </a:solidFill>
                <a:latin typeface="Inter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651760"/>
            <a:ext cx="2377440" cy="640080"/>
          </a:xfrm>
          <a:prstGeom prst="rect">
            <a:avLst/>
          </a:prstGeom>
          <a:solidFill>
            <a:srgbClr val="14263E"/>
          </a:solidFill>
          <a:ln>
            <a:solidFill>
              <a:srgbClr val="E2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2816352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5EFE3"/>
                </a:solidFill>
                <a:latin typeface="Inter"/>
              </a:rPr>
              <a:t>resolved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  <a:latin typeface="Inter"/>
              </a:rPr>
              <a:t>✓ Atomic action-lock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WATCH/MULTI/EXEC CAS. Two users opening the same appeal in the same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millisecond — only one wins. Proven by parallel-execution 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8404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  <a:latin typeface="Inter"/>
              </a:rPr>
              <a:t>✓ Terminal-state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062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A `resolved` appeal rejects further decisions with INVALID_STATE_TRANSITION.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No accidental over-write of a final verdict.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  <a:latin typeface="Inter"/>
              </a:rPr>
              <a:t>✓ Record-then-send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206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Decision is persisted *before* the reply is dispatched. A modmail send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failure throws REPLY_DELIVERY_FAILED but the decision stands.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4754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  <a:latin typeface="Inter"/>
              </a:rPr>
              <a:t>✓ Tie-safe pagination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12064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Cursor is `{score, id}`, not a bare score. Same-millisecond appeals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no longer skip pages — fix landed in BUILD 003.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The AI 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AI drafts. Humans decide. The product survives AI removal.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Three rules, enforced structurally: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26080"/>
            <a:ext cx="11247120" cy="91440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1 · AI never blocks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`submitAppeal()` calls the triage provider best-effort. Failure returns null.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The appeal is created either way. Tested with a failing provider.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11247120" cy="91440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023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2 · The mod always confirms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389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Every one-tap decision opens a reply-confirm form. The drafted reply is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editable. AI output is clamped (empty / &gt;4× length → fallback to template).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3 · NoopAiProvider is the default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949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`selectProvider(aiEnabled, backend)` returns a no-op when AI is off or no</a:t>
            </a:r>
          </a:p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backend is wired. The full happy path works without an API key.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Why this matters: a tool that *needs* AI fails closed if the model has a bad day. Appeal-Desk fails open — a slightly less polished reply, but the workflow still 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Proof, not promises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Numbers from the actual repo. Reproducible on your machine.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65176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288 / 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tests 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265176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99.97 %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line coverage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5176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function coverage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265176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99.06 %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42900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branch 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11480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test files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411480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TypeScript errors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11480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ESLint issues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4114800"/>
            <a:ext cx="2743200" cy="128016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429768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800" b="1" i="0">
                <a:solidFill>
                  <a:srgbClr val="F5EFE3"/>
                </a:solidFill>
                <a:latin typeface="Inter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489204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BA8BA"/>
                </a:solidFill>
                <a:latin typeface="Inter"/>
              </a:rPr>
              <a:t>build commits on main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852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Consolas"/>
              </a:rPr>
              <a:t>`npm ci &amp;&amp; npm run lint &amp;&amp; npx tsc --noEmit &amp;&amp; npx vitest run --coverage`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Honest defect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Reviewed end-to-end. Each defect found — and fixed.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F1 · 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`npm run lint` broken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468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No ESLint config existed.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468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Added `.eslintrc.cjs` + deps. Clean.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F2 · 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Same-ms cursor tie-skip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926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`cursor - 1` dropped co-scored entries.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Tuple cursor `{score, id}`. New test.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F3 · 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83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Unbounded queue 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383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`openQueuePage` hydrated whole index.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383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`limit: {offset, count}` everywhere.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8404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F4 · 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8404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Seed key smuggled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8404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`actionLock` builder reused.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First-class `keys.actionSeed()`.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2976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F5 · 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297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purgeExpired over-fetch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42976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Symmetric with F3.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976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Same bounded-read treatment.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548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F6 · NIT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47548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Stray `ms`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7548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Type cast hid a tiny lie.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754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Dropped the field and the cast.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2120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Wiring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52120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syncConfig only on install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2120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Settings edits ignored till reinstall.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212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Now runs on submission + AppUpgrade.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669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E26464"/>
                </a:solidFill>
                <a:latin typeface="Inter"/>
              </a:rPr>
              <a:t>Wiring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28800" y="56692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5EFE3"/>
                </a:solidFill>
                <a:latin typeface="Inter"/>
              </a:rPr>
              <a:t>Retention was dead code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66928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BA8BA"/>
                </a:solidFill>
                <a:latin typeface="Inter"/>
              </a:rPr>
              <a:t>purgeExpired/redactAppeal never called.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0" y="56692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4CAF7D"/>
                </a:solidFill>
                <a:latin typeface="Inter"/>
              </a:rPr>
              <a:t>Daily scheduler job + service entry points.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Beyond the MVP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What ships next — width first, then depth.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5486400" cy="4572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Width (high-leverage modules)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core/analytics — overturn rate, time-to-decision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core/policy — eligibility + cooldowns per sub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core/notifications — user-side status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core/escalation — multi-mod sign-off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709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core/export — CSV/JSON 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core/i18n — message catalogs per sub language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468880"/>
            <a:ext cx="5486400" cy="45720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5EFE3"/>
                </a:solidFill>
                <a:latin typeface="Inter"/>
              </a:rPr>
              <a:t>Depth (richer existing modules)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063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Bulk decisions on near-duplicates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474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Incremental dedup (MinHash, no full re-hydration)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86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Conditional templates + token linter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297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PII pre-flags + Unicode normalisation in dedup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Correlation IDs in observability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1206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E5DFD3"/>
                </a:solidFill>
                <a:latin typeface="Inter"/>
              </a:rPr>
              <a:t>·  AI eval harness with golden fixtures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4CAF7D"/>
                </a:solidFill>
                <a:latin typeface="Inter"/>
              </a:rPr>
              <a:t>Install · Try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 i="0">
                <a:solidFill>
                  <a:srgbClr val="F5EFE3"/>
                </a:solidFill>
                <a:latin typeface="Inter"/>
              </a:rPr>
              <a:t>Two commands. Live on your test sub in 90 seconds.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11247120" cy="2011680"/>
          </a:xfrm>
          <a:prstGeom prst="rect">
            <a:avLst/>
          </a:prstGeom>
          <a:solidFill>
            <a:srgbClr val="14263E"/>
          </a:solidFill>
          <a:ln>
            <a:solidFill>
              <a:srgbClr val="4CA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  <a:latin typeface="Inter"/>
              </a:rPr>
              <a:t>From source: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5EFE3"/>
                </a:solidFill>
                <a:latin typeface="Consolas"/>
              </a:rPr>
              <a:t>$ git clone https://github.com/vsenthil7/appeal-desk &amp;&amp; cd appeal-desk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5EFE3"/>
                </a:solidFill>
                <a:latin typeface="Consolas"/>
              </a:rPr>
              <a:t>$ npm ci &amp;&amp; devvit upload &amp;&amp; devvit install r/your_test_sub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CAF7D"/>
                </a:solidFill>
                <a:latin typeface="Inter"/>
              </a:rPr>
              <a:t>From the App Directory: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06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F5EFE3"/>
                </a:solidFill>
                <a:latin typeface="Consolas"/>
              </a:rPr>
              <a:t>developers.reddit.com/apps/appeal-desk  →  Install on subreddit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5EFE3"/>
                </a:solidFill>
                <a:latin typeface="Inter"/>
              </a:rPr>
              <a:t>Permissions requested: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·  reddit — read mod actions, send modmail (mod scope)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4184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·  redis — store appeals, history, locks, indexes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34456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·  scheduler — SLA nudges + daily retention purge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22706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E5DFD3"/>
                </a:solidFill>
                <a:latin typeface="Inter"/>
              </a:rPr>
              <a:t>·  http: false — fully on-platform, no external services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BA8BA"/>
                </a:solidFill>
                <a:latin typeface="Inter"/>
              </a:rPr>
              <a:t>Appeal-Desk  ·  github.com/vsenthil7/appeal-desk  ·  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BA8BA"/>
                </a:solidFill>
                <a:latin typeface="Inter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20040"/>
            <a:ext cx="228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286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9BA8BA"/>
                </a:solidFill>
                <a:latin typeface="Inter"/>
              </a:rPr>
              <a:t>AT-HACK0022  ·  REDDIT DEV PLATFORM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 i="0">
                <a:solidFill>
                  <a:srgbClr val="F5EFE3"/>
                </a:solidFill>
                <a:latin typeface="Inter"/>
              </a:rPr>
              <a:t>Appeal-Desk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108960"/>
            <a:ext cx="1371600" cy="54864"/>
          </a:xfrm>
          <a:prstGeom prst="rect">
            <a:avLst/>
          </a:prstGeom>
          <a:solidFill>
            <a:srgbClr val="4CA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3375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1">
                <a:solidFill>
                  <a:srgbClr val="F5EFE3"/>
                </a:solidFill>
                <a:latin typeface="Inter"/>
              </a:rPr>
              <a:t>A fair appeals desk for modteams.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E5DFD3"/>
                </a:solidFill>
                <a:latin typeface="Inter"/>
              </a:rPr>
              <a:t>AI assists. Humans decide. The audit trail proves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CAF7D"/>
                </a:solidFill>
                <a:latin typeface="Consolas"/>
              </a:rPr>
              <a:t>github.com/vsenthil7/appeal-desk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9BA8BA"/>
                </a:solidFill>
                <a:latin typeface="Inter"/>
              </a:rPr>
              <a:t>MIT  ·  288/288 tests  ·  99.97 % coverage  ·  4 BUILD commits  ·  Devvit App Directory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BA8BA"/>
                </a:solidFill>
                <a:latin typeface="Inter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